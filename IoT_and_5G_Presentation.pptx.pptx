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D16286-EBF8-46A3-8630-D7445DA079B4}" v="30" dt="2026-10-26T15:20:36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hanaraghu007@outlook.com" userId="649eb22f8f5266a2" providerId="LiveId" clId="{1774E873-C136-425F-877E-CB1541C6703A}"/>
    <pc:docChg chg="undo custSel addSld delSld modSld">
      <pc:chgData name="chandhanaraghu007@outlook.com" userId="649eb22f8f5266a2" providerId="LiveId" clId="{1774E873-C136-425F-877E-CB1541C6703A}" dt="2026-10-26T15:20:43.251" v="273" actId="1076"/>
      <pc:docMkLst>
        <pc:docMk/>
      </pc:docMkLst>
      <pc:sldChg chg="addSp delSp modSp new mod">
        <pc:chgData name="chandhanaraghu007@outlook.com" userId="649eb22f8f5266a2" providerId="LiveId" clId="{1774E873-C136-425F-877E-CB1541C6703A}" dt="2026-10-26T15:05:45.240" v="16"/>
        <pc:sldMkLst>
          <pc:docMk/>
          <pc:sldMk cId="1670113334" sldId="256"/>
        </pc:sldMkLst>
        <pc:spChg chg="mod">
          <ac:chgData name="chandhanaraghu007@outlook.com" userId="649eb22f8f5266a2" providerId="LiveId" clId="{1774E873-C136-425F-877E-CB1541C6703A}" dt="2026-10-26T15:05:45.240" v="16"/>
          <ac:spMkLst>
            <pc:docMk/>
            <pc:sldMk cId="1670113334" sldId="256"/>
            <ac:spMk id="2" creationId="{1BC82176-180D-076D-F386-733D4026AA95}"/>
          </ac:spMkLst>
        </pc:spChg>
        <pc:spChg chg="mod">
          <ac:chgData name="chandhanaraghu007@outlook.com" userId="649eb22f8f5266a2" providerId="LiveId" clId="{1774E873-C136-425F-877E-CB1541C6703A}" dt="2026-10-26T15:05:45.240" v="16"/>
          <ac:spMkLst>
            <pc:docMk/>
            <pc:sldMk cId="1670113334" sldId="256"/>
            <ac:spMk id="3" creationId="{36539893-0233-98DA-4880-2B17F34B9E46}"/>
          </ac:spMkLst>
        </pc:spChg>
        <pc:picChg chg="add del">
          <ac:chgData name="chandhanaraghu007@outlook.com" userId="649eb22f8f5266a2" providerId="LiveId" clId="{1774E873-C136-425F-877E-CB1541C6703A}" dt="2026-10-26T15:04:09.657" v="2" actId="22"/>
          <ac:picMkLst>
            <pc:docMk/>
            <pc:sldMk cId="1670113334" sldId="256"/>
            <ac:picMk id="5" creationId="{79C825C9-7102-A509-0201-9E18E1D0A23C}"/>
          </ac:picMkLst>
        </pc:picChg>
      </pc:sldChg>
      <pc:sldChg chg="modSp new mod">
        <pc:chgData name="chandhanaraghu007@outlook.com" userId="649eb22f8f5266a2" providerId="LiveId" clId="{1774E873-C136-425F-877E-CB1541C6703A}" dt="2026-10-26T15:10:17.898" v="31" actId="255"/>
        <pc:sldMkLst>
          <pc:docMk/>
          <pc:sldMk cId="3685839972" sldId="257"/>
        </pc:sldMkLst>
        <pc:spChg chg="mod">
          <ac:chgData name="chandhanaraghu007@outlook.com" userId="649eb22f8f5266a2" providerId="LiveId" clId="{1774E873-C136-425F-877E-CB1541C6703A}" dt="2026-10-26T15:06:54.341" v="18"/>
          <ac:spMkLst>
            <pc:docMk/>
            <pc:sldMk cId="3685839972" sldId="257"/>
            <ac:spMk id="2" creationId="{24399C98-8935-3206-9E8E-074A96A3D8A3}"/>
          </ac:spMkLst>
        </pc:spChg>
        <pc:spChg chg="mod">
          <ac:chgData name="chandhanaraghu007@outlook.com" userId="649eb22f8f5266a2" providerId="LiveId" clId="{1774E873-C136-425F-877E-CB1541C6703A}" dt="2026-10-26T15:10:17.898" v="31" actId="255"/>
          <ac:spMkLst>
            <pc:docMk/>
            <pc:sldMk cId="3685839972" sldId="257"/>
            <ac:spMk id="3" creationId="{0C151558-1EB9-706F-71C5-48D7FD2E5C37}"/>
          </ac:spMkLst>
        </pc:spChg>
      </pc:sldChg>
      <pc:sldChg chg="modSp new mod">
        <pc:chgData name="chandhanaraghu007@outlook.com" userId="649eb22f8f5266a2" providerId="LiveId" clId="{1774E873-C136-425F-877E-CB1541C6703A}" dt="2026-10-26T15:09:56.035" v="30" actId="255"/>
        <pc:sldMkLst>
          <pc:docMk/>
          <pc:sldMk cId="2789235334" sldId="258"/>
        </pc:sldMkLst>
        <pc:spChg chg="mod">
          <ac:chgData name="chandhanaraghu007@outlook.com" userId="649eb22f8f5266a2" providerId="LiveId" clId="{1774E873-C136-425F-877E-CB1541C6703A}" dt="2026-10-26T15:09:17.458" v="27" actId="20577"/>
          <ac:spMkLst>
            <pc:docMk/>
            <pc:sldMk cId="2789235334" sldId="258"/>
            <ac:spMk id="2" creationId="{6B9BF520-939B-3A07-F562-9C609FA3A6E8}"/>
          </ac:spMkLst>
        </pc:spChg>
        <pc:spChg chg="mod">
          <ac:chgData name="chandhanaraghu007@outlook.com" userId="649eb22f8f5266a2" providerId="LiveId" clId="{1774E873-C136-425F-877E-CB1541C6703A}" dt="2026-10-26T15:09:56.035" v="30" actId="255"/>
          <ac:spMkLst>
            <pc:docMk/>
            <pc:sldMk cId="2789235334" sldId="258"/>
            <ac:spMk id="3" creationId="{445E05D0-F991-1857-1B12-01B2D423E428}"/>
          </ac:spMkLst>
        </pc:spChg>
      </pc:sldChg>
      <pc:sldChg chg="modSp new mod">
        <pc:chgData name="chandhanaraghu007@outlook.com" userId="649eb22f8f5266a2" providerId="LiveId" clId="{1774E873-C136-425F-877E-CB1541C6703A}" dt="2026-10-26T15:12:10.459" v="47" actId="27636"/>
        <pc:sldMkLst>
          <pc:docMk/>
          <pc:sldMk cId="2429203393" sldId="259"/>
        </pc:sldMkLst>
        <pc:spChg chg="mod">
          <ac:chgData name="chandhanaraghu007@outlook.com" userId="649eb22f8f5266a2" providerId="LiveId" clId="{1774E873-C136-425F-877E-CB1541C6703A}" dt="2026-10-26T15:11:36.208" v="37" actId="20577"/>
          <ac:spMkLst>
            <pc:docMk/>
            <pc:sldMk cId="2429203393" sldId="259"/>
            <ac:spMk id="2" creationId="{72C2C826-2519-3825-27F4-BCDF442FB7DC}"/>
          </ac:spMkLst>
        </pc:spChg>
        <pc:spChg chg="mod">
          <ac:chgData name="chandhanaraghu007@outlook.com" userId="649eb22f8f5266a2" providerId="LiveId" clId="{1774E873-C136-425F-877E-CB1541C6703A}" dt="2026-10-26T15:12:10.459" v="47" actId="27636"/>
          <ac:spMkLst>
            <pc:docMk/>
            <pc:sldMk cId="2429203393" sldId="259"/>
            <ac:spMk id="3" creationId="{B60A397B-23AA-9D45-F742-D9389DB6033A}"/>
          </ac:spMkLst>
        </pc:spChg>
      </pc:sldChg>
      <pc:sldChg chg="new del">
        <pc:chgData name="chandhanaraghu007@outlook.com" userId="649eb22f8f5266a2" providerId="LiveId" clId="{1774E873-C136-425F-877E-CB1541C6703A}" dt="2026-10-26T15:11:05.187" v="33" actId="680"/>
        <pc:sldMkLst>
          <pc:docMk/>
          <pc:sldMk cId="3443679258" sldId="259"/>
        </pc:sldMkLst>
      </pc:sldChg>
      <pc:sldChg chg="modSp new mod">
        <pc:chgData name="chandhanaraghu007@outlook.com" userId="649eb22f8f5266a2" providerId="LiveId" clId="{1774E873-C136-425F-877E-CB1541C6703A}" dt="2026-10-26T15:13:36.426" v="179" actId="255"/>
        <pc:sldMkLst>
          <pc:docMk/>
          <pc:sldMk cId="1020167607" sldId="260"/>
        </pc:sldMkLst>
        <pc:spChg chg="mod">
          <ac:chgData name="chandhanaraghu007@outlook.com" userId="649eb22f8f5266a2" providerId="LiveId" clId="{1774E873-C136-425F-877E-CB1541C6703A}" dt="2026-10-26T15:13:00.734" v="53" actId="20577"/>
          <ac:spMkLst>
            <pc:docMk/>
            <pc:sldMk cId="1020167607" sldId="260"/>
            <ac:spMk id="2" creationId="{291E7EEB-5E68-5D82-B209-DC694189E24C}"/>
          </ac:spMkLst>
        </pc:spChg>
        <pc:spChg chg="mod">
          <ac:chgData name="chandhanaraghu007@outlook.com" userId="649eb22f8f5266a2" providerId="LiveId" clId="{1774E873-C136-425F-877E-CB1541C6703A}" dt="2026-10-26T15:13:36.426" v="179" actId="255"/>
          <ac:spMkLst>
            <pc:docMk/>
            <pc:sldMk cId="1020167607" sldId="260"/>
            <ac:spMk id="3" creationId="{DFEC8E16-D87F-316C-B7FA-29BBBC2ACAF4}"/>
          </ac:spMkLst>
        </pc:spChg>
      </pc:sldChg>
      <pc:sldChg chg="new del">
        <pc:chgData name="chandhanaraghu007@outlook.com" userId="649eb22f8f5266a2" providerId="LiveId" clId="{1774E873-C136-425F-877E-CB1541C6703A}" dt="2026-10-26T15:12:47.038" v="49" actId="680"/>
        <pc:sldMkLst>
          <pc:docMk/>
          <pc:sldMk cId="4048441077" sldId="260"/>
        </pc:sldMkLst>
      </pc:sldChg>
      <pc:sldChg chg="modSp new mod">
        <pc:chgData name="chandhanaraghu007@outlook.com" userId="649eb22f8f5266a2" providerId="LiveId" clId="{1774E873-C136-425F-877E-CB1541C6703A}" dt="2026-10-26T15:17:59.144" v="230" actId="255"/>
        <pc:sldMkLst>
          <pc:docMk/>
          <pc:sldMk cId="2590036120" sldId="261"/>
        </pc:sldMkLst>
        <pc:spChg chg="mod">
          <ac:chgData name="chandhanaraghu007@outlook.com" userId="649eb22f8f5266a2" providerId="LiveId" clId="{1774E873-C136-425F-877E-CB1541C6703A}" dt="2026-10-26T15:14:48.672" v="183" actId="20577"/>
          <ac:spMkLst>
            <pc:docMk/>
            <pc:sldMk cId="2590036120" sldId="261"/>
            <ac:spMk id="2" creationId="{0F72ADD7-0F1C-D3E3-2FA2-B5D3C18EA90E}"/>
          </ac:spMkLst>
        </pc:spChg>
        <pc:spChg chg="mod">
          <ac:chgData name="chandhanaraghu007@outlook.com" userId="649eb22f8f5266a2" providerId="LiveId" clId="{1774E873-C136-425F-877E-CB1541C6703A}" dt="2026-10-26T15:16:04.316" v="209" actId="113"/>
          <ac:spMkLst>
            <pc:docMk/>
            <pc:sldMk cId="2590036120" sldId="261"/>
            <ac:spMk id="3" creationId="{A7F99B59-BCDF-CA38-C315-01EAF300E8D7}"/>
          </ac:spMkLst>
        </pc:spChg>
        <pc:spChg chg="mod">
          <ac:chgData name="chandhanaraghu007@outlook.com" userId="649eb22f8f5266a2" providerId="LiveId" clId="{1774E873-C136-425F-877E-CB1541C6703A}" dt="2026-10-26T15:15:41.947" v="206" actId="255"/>
          <ac:spMkLst>
            <pc:docMk/>
            <pc:sldMk cId="2590036120" sldId="261"/>
            <ac:spMk id="4" creationId="{7224BDAD-F85F-5CE2-D5AA-3CAACDFD9A16}"/>
          </ac:spMkLst>
        </pc:spChg>
        <pc:spChg chg="mod">
          <ac:chgData name="chandhanaraghu007@outlook.com" userId="649eb22f8f5266a2" providerId="LiveId" clId="{1774E873-C136-425F-877E-CB1541C6703A}" dt="2026-10-26T15:17:34.871" v="228" actId="1076"/>
          <ac:spMkLst>
            <pc:docMk/>
            <pc:sldMk cId="2590036120" sldId="261"/>
            <ac:spMk id="5" creationId="{02D5CD64-6E12-3BA8-F89A-40BDF7D73763}"/>
          </ac:spMkLst>
        </pc:spChg>
        <pc:spChg chg="mod">
          <ac:chgData name="chandhanaraghu007@outlook.com" userId="649eb22f8f5266a2" providerId="LiveId" clId="{1774E873-C136-425F-877E-CB1541C6703A}" dt="2026-10-26T15:17:59.144" v="230" actId="255"/>
          <ac:spMkLst>
            <pc:docMk/>
            <pc:sldMk cId="2590036120" sldId="261"/>
            <ac:spMk id="6" creationId="{D7816C64-189A-8EE7-C274-011CDA3E6FF0}"/>
          </ac:spMkLst>
        </pc:spChg>
      </pc:sldChg>
      <pc:sldChg chg="modSp new mod">
        <pc:chgData name="chandhanaraghu007@outlook.com" userId="649eb22f8f5266a2" providerId="LiveId" clId="{1774E873-C136-425F-877E-CB1541C6703A}" dt="2026-10-26T15:19:54.258" v="263" actId="5793"/>
        <pc:sldMkLst>
          <pc:docMk/>
          <pc:sldMk cId="1479933042" sldId="262"/>
        </pc:sldMkLst>
        <pc:spChg chg="mod">
          <ac:chgData name="chandhanaraghu007@outlook.com" userId="649eb22f8f5266a2" providerId="LiveId" clId="{1774E873-C136-425F-877E-CB1541C6703A}" dt="2026-10-26T15:19:39.626" v="250" actId="20577"/>
          <ac:spMkLst>
            <pc:docMk/>
            <pc:sldMk cId="1479933042" sldId="262"/>
            <ac:spMk id="2" creationId="{5F50D862-6A68-6CA3-80C2-DD3A174CF5E7}"/>
          </ac:spMkLst>
        </pc:spChg>
        <pc:spChg chg="mod">
          <ac:chgData name="chandhanaraghu007@outlook.com" userId="649eb22f8f5266a2" providerId="LiveId" clId="{1774E873-C136-425F-877E-CB1541C6703A}" dt="2026-10-26T15:19:54.258" v="263" actId="5793"/>
          <ac:spMkLst>
            <pc:docMk/>
            <pc:sldMk cId="1479933042" sldId="262"/>
            <ac:spMk id="3" creationId="{40AB5B74-C37A-C3F7-06B9-53E1D7FA9F06}"/>
          </ac:spMkLst>
        </pc:spChg>
      </pc:sldChg>
      <pc:sldChg chg="addSp delSp modSp new del mod">
        <pc:chgData name="chandhanaraghu007@outlook.com" userId="649eb22f8f5266a2" providerId="LiveId" clId="{1774E873-C136-425F-877E-CB1541C6703A}" dt="2026-10-26T15:19:04.412" v="241" actId="680"/>
        <pc:sldMkLst>
          <pc:docMk/>
          <pc:sldMk cId="2190128043" sldId="262"/>
        </pc:sldMkLst>
        <pc:spChg chg="mod">
          <ac:chgData name="chandhanaraghu007@outlook.com" userId="649eb22f8f5266a2" providerId="LiveId" clId="{1774E873-C136-425F-877E-CB1541C6703A}" dt="2026-10-26T15:19:02.468" v="240" actId="20577"/>
          <ac:spMkLst>
            <pc:docMk/>
            <pc:sldMk cId="2190128043" sldId="262"/>
            <ac:spMk id="2" creationId="{2989DDBB-2560-2C4D-788B-E6A84870AF42}"/>
          </ac:spMkLst>
        </pc:spChg>
        <pc:spChg chg="add del">
          <ac:chgData name="chandhanaraghu007@outlook.com" userId="649eb22f8f5266a2" providerId="LiveId" clId="{1774E873-C136-425F-877E-CB1541C6703A}" dt="2026-10-26T15:19:00.192" v="238" actId="22"/>
          <ac:spMkLst>
            <pc:docMk/>
            <pc:sldMk cId="2190128043" sldId="262"/>
            <ac:spMk id="4" creationId="{5A47F5BB-AEA9-5CDB-848D-C08C34DE3598}"/>
          </ac:spMkLst>
        </pc:spChg>
      </pc:sldChg>
      <pc:sldChg chg="modSp new mod">
        <pc:chgData name="chandhanaraghu007@outlook.com" userId="649eb22f8f5266a2" providerId="LiveId" clId="{1774E873-C136-425F-877E-CB1541C6703A}" dt="2026-10-26T15:20:43.251" v="273" actId="1076"/>
        <pc:sldMkLst>
          <pc:docMk/>
          <pc:sldMk cId="1047168657" sldId="263"/>
        </pc:sldMkLst>
        <pc:spChg chg="mod">
          <ac:chgData name="chandhanaraghu007@outlook.com" userId="649eb22f8f5266a2" providerId="LiveId" clId="{1774E873-C136-425F-877E-CB1541C6703A}" dt="2026-10-26T15:20:43.251" v="273" actId="1076"/>
          <ac:spMkLst>
            <pc:docMk/>
            <pc:sldMk cId="1047168657" sldId="263"/>
            <ac:spMk id="2" creationId="{30424B2A-98E2-536C-3F84-F22D8047E1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8074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1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28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83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7409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125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731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0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0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1515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1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695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09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9468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5640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33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09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28578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19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62736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218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6661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9549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538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462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60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935DD3C-8432-4644-8C7C-ED749B83C6F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0F0A26DE-0824-42AE-A694-4FB2BD4FB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46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  <p:sldLayoutId id="2147483837" r:id="rId18"/>
    <p:sldLayoutId id="2147483838" r:id="rId19"/>
    <p:sldLayoutId id="2147483839" r:id="rId20"/>
    <p:sldLayoutId id="2147483840" r:id="rId21"/>
    <p:sldLayoutId id="2147483841" r:id="rId22"/>
    <p:sldLayoutId id="2147483842" r:id="rId23"/>
    <p:sldLayoutId id="2147483843" r:id="rId24"/>
    <p:sldLayoutId id="2147483844" r:id="rId25"/>
    <p:sldLayoutId id="2147483845" r:id="rId26"/>
    <p:sldLayoutId id="2147483846" r:id="rId27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2176-180D-076D-F386-733D4026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AI Explainer on IoT Networks and 5G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39893-0233-98DA-4880-2B17F34B9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Understanding the Internet of Things and Its Connection with 5G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11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9C98-8935-3206-9E8E-074A96A3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IoT?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51558-1EB9-706F-71C5-48D7FD2E5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799303"/>
            <a:ext cx="10515600" cy="5938683"/>
          </a:xfrm>
        </p:spPr>
        <p:txBody>
          <a:bodyPr/>
          <a:lstStyle/>
          <a:p>
            <a:pPr lvl="0"/>
            <a:r>
              <a:rPr lang="en-IN" sz="2000" dirty="0"/>
              <a:t>IoT stands for Internet of Things.</a:t>
            </a:r>
          </a:p>
          <a:p>
            <a:pPr lvl="0"/>
            <a:r>
              <a:rPr lang="en-IN" sz="2000" dirty="0"/>
              <a:t>It connects physical devices to the internet.</a:t>
            </a:r>
          </a:p>
          <a:p>
            <a:pPr lvl="0"/>
            <a:r>
              <a:rPr lang="en-IN" sz="2000" dirty="0"/>
              <a:t>Sensors collect data from the environment.</a:t>
            </a:r>
          </a:p>
          <a:p>
            <a:pPr lvl="0"/>
            <a:r>
              <a:rPr lang="en-IN" sz="2000" dirty="0"/>
              <a:t>Devices share data through a network.</a:t>
            </a:r>
          </a:p>
          <a:p>
            <a:pPr lvl="0"/>
            <a:r>
              <a:rPr lang="en-IN" sz="2000" dirty="0"/>
              <a:t>The data is processed to provide useful information or actions.</a:t>
            </a:r>
          </a:p>
          <a:p>
            <a:r>
              <a:rPr lang="en-IN" sz="2000" b="1" dirty="0"/>
              <a:t>Example:</a:t>
            </a:r>
            <a:r>
              <a:rPr lang="en-IN" sz="2000" dirty="0"/>
              <a:t> A smart watch tracks health data, and a soil sensor helps farmers monitor soil moisture</a:t>
            </a:r>
            <a:r>
              <a:rPr lang="en-IN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8583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F520-939B-3A07-F562-9C609FA3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an IoT Network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E05D0-F991-1857-1B12-01B2D423E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779638"/>
            <a:ext cx="10515600" cy="4331541"/>
          </a:xfrm>
        </p:spPr>
        <p:txBody>
          <a:bodyPr/>
          <a:lstStyle/>
          <a:p>
            <a:pPr lvl="0"/>
            <a:r>
              <a:rPr lang="en-IN" sz="2000" b="1" dirty="0"/>
              <a:t>Data Collection:</a:t>
            </a:r>
            <a:r>
              <a:rPr lang="en-IN" sz="2000" dirty="0"/>
              <a:t> Sensors collect data from the surroundings.</a:t>
            </a:r>
          </a:p>
          <a:p>
            <a:pPr lvl="0"/>
            <a:r>
              <a:rPr lang="en-IN" sz="2000" b="1" dirty="0"/>
              <a:t>Data Processing:</a:t>
            </a:r>
            <a:r>
              <a:rPr lang="en-IN" sz="2000" dirty="0"/>
              <a:t> A controller such as ESP32 receives and processes the data.</a:t>
            </a:r>
          </a:p>
          <a:p>
            <a:pPr lvl="0"/>
            <a:r>
              <a:rPr lang="en-IN" sz="2000" b="1" dirty="0"/>
              <a:t>Communication:</a:t>
            </a:r>
            <a:r>
              <a:rPr lang="en-IN" sz="2000" dirty="0"/>
              <a:t> Wi-Fi, Bluetooth, or mobile networks transfer the data.</a:t>
            </a:r>
          </a:p>
          <a:p>
            <a:pPr lvl="0"/>
            <a:r>
              <a:rPr lang="en-IN" sz="2000" b="1" dirty="0"/>
              <a:t>Data Analysis:</a:t>
            </a:r>
            <a:r>
              <a:rPr lang="en-IN" sz="2000" dirty="0"/>
              <a:t> A cloud or edge platform </a:t>
            </a:r>
            <a:r>
              <a:rPr lang="en-IN" sz="2000" dirty="0" err="1"/>
              <a:t>analyzes</a:t>
            </a:r>
            <a:r>
              <a:rPr lang="en-IN" sz="2000" dirty="0"/>
              <a:t> the data.</a:t>
            </a:r>
          </a:p>
          <a:p>
            <a:pPr lvl="0"/>
            <a:r>
              <a:rPr lang="en-IN" sz="2000" b="1" dirty="0"/>
              <a:t>Action and Monitoring:</a:t>
            </a:r>
            <a:r>
              <a:rPr lang="en-IN" sz="2000" dirty="0"/>
              <a:t> Users view results through a dashboard or receive alerts.</a:t>
            </a:r>
          </a:p>
          <a:p>
            <a:r>
              <a:rPr lang="en-IN" sz="2000" b="1" dirty="0"/>
              <a:t>Example:</a:t>
            </a:r>
            <a:r>
              <a:rPr lang="en-IN" sz="2000" dirty="0"/>
              <a:t> A soil-moisture sensor detects dry soil and helps a farmer decide when to water crops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23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C826-2519-3825-27F4-BCDF442F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IoT 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A397B-23AA-9D45-F742-D9389DB60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864" y="1317522"/>
            <a:ext cx="5948756" cy="4925961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000" b="1" dirty="0"/>
              <a:t>Smart Homes:</a:t>
            </a:r>
            <a:r>
              <a:rPr lang="en-IN" sz="2000" dirty="0"/>
              <a:t> Smart lights, security cameras, and temperature control.</a:t>
            </a:r>
          </a:p>
          <a:p>
            <a:pPr lvl="0"/>
            <a:r>
              <a:rPr lang="en-IN" sz="2000" b="1" dirty="0"/>
              <a:t>Healthcare:</a:t>
            </a:r>
            <a:r>
              <a:rPr lang="en-IN" sz="2000" dirty="0"/>
              <a:t> Wearable devices and remote health monitoring.</a:t>
            </a:r>
          </a:p>
          <a:p>
            <a:pPr lvl="0"/>
            <a:r>
              <a:rPr lang="en-IN" sz="2000" b="1" dirty="0"/>
              <a:t>Agriculture:</a:t>
            </a:r>
            <a:r>
              <a:rPr lang="en-IN" sz="2000" dirty="0"/>
              <a:t> Soil-moisture monitoring and smart irrigation.</a:t>
            </a:r>
          </a:p>
          <a:p>
            <a:pPr lvl="0"/>
            <a:r>
              <a:rPr lang="en-IN" sz="2000" b="1" dirty="0"/>
              <a:t>Industries:</a:t>
            </a:r>
            <a:r>
              <a:rPr lang="en-IN" sz="2000" dirty="0"/>
              <a:t> Machine monitoring and predictive maintenance.</a:t>
            </a:r>
          </a:p>
          <a:p>
            <a:pPr lvl="0"/>
            <a:r>
              <a:rPr lang="en-IN" sz="2000" b="1" dirty="0"/>
              <a:t>Smart Cities:</a:t>
            </a:r>
            <a:r>
              <a:rPr lang="en-IN" sz="2000" dirty="0"/>
              <a:t> Traffic monitoring and air-quality monitoring.</a:t>
            </a:r>
          </a:p>
          <a:p>
            <a:pPr lvl="0"/>
            <a:r>
              <a:rPr lang="en-IN" sz="2000" b="1" dirty="0"/>
              <a:t>Transportation:</a:t>
            </a:r>
            <a:r>
              <a:rPr lang="en-IN" sz="2000" dirty="0"/>
              <a:t> Vehicle tracking and fleet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20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7EEB-5E68-5D82-B209-DC694189E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Connection Between IoT and 5G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C8E16-D87F-316C-B7FA-29BBBC2A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946786"/>
            <a:ext cx="10515600" cy="4164393"/>
          </a:xfrm>
        </p:spPr>
        <p:txBody>
          <a:bodyPr/>
          <a:lstStyle/>
          <a:p>
            <a:pPr lvl="0"/>
            <a:r>
              <a:rPr lang="en-IN" sz="2000" dirty="0"/>
              <a:t>IoT connects physical devices and collects data.</a:t>
            </a:r>
          </a:p>
          <a:p>
            <a:pPr lvl="0"/>
            <a:r>
              <a:rPr lang="en-IN" sz="2000" dirty="0"/>
              <a:t>5G is a fifth-generation mobile network technology.</a:t>
            </a:r>
          </a:p>
          <a:p>
            <a:pPr lvl="0"/>
            <a:r>
              <a:rPr lang="en-IN" sz="2000" b="1" dirty="0"/>
              <a:t>High Speed:</a:t>
            </a:r>
            <a:r>
              <a:rPr lang="en-IN" sz="2000" dirty="0"/>
              <a:t> Helps transfer large amounts of data quickly.</a:t>
            </a:r>
          </a:p>
          <a:p>
            <a:pPr lvl="0"/>
            <a:r>
              <a:rPr lang="en-IN" sz="2000" b="1" dirty="0"/>
              <a:t>Low Latency:</a:t>
            </a:r>
            <a:r>
              <a:rPr lang="en-IN" sz="2000" dirty="0"/>
              <a:t> Supports applications that need fast responses.</a:t>
            </a:r>
          </a:p>
          <a:p>
            <a:pPr lvl="0"/>
            <a:r>
              <a:rPr lang="en-IN" sz="2000" b="1" dirty="0"/>
              <a:t>Massive Connectivity:</a:t>
            </a:r>
            <a:r>
              <a:rPr lang="en-IN" sz="2000" dirty="0"/>
              <a:t> Can support many connected devices.</a:t>
            </a:r>
          </a:p>
          <a:p>
            <a:pPr lvl="0"/>
            <a:r>
              <a:rPr lang="en-IN" sz="2000" b="1" dirty="0"/>
              <a:t>Applications:</a:t>
            </a:r>
            <a:r>
              <a:rPr lang="en-IN" sz="2000" dirty="0"/>
              <a:t> Smart factories, connected vehicles, and smart cities.</a:t>
            </a:r>
          </a:p>
          <a:p>
            <a:pPr marL="0" indent="0">
              <a:buNone/>
            </a:pP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16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ADD7-0F1C-D3E3-2FA2-B5D3C18E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and Challenges of IoT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99B59-BCDF-CA38-C315-01EAF300E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304" y="1626419"/>
            <a:ext cx="4842534" cy="861141"/>
          </a:xfrm>
        </p:spPr>
        <p:txBody>
          <a:bodyPr>
            <a:normAutofit/>
          </a:bodyPr>
          <a:lstStyle/>
          <a:p>
            <a:r>
              <a:rPr lang="en-IN" sz="1800" b="1" dirty="0"/>
              <a:t>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4BDAD-F85F-5CE2-D5AA-3CAACDFD9A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lvl="0"/>
            <a:r>
              <a:rPr lang="en-IN" sz="2400" dirty="0"/>
              <a:t>Real-time monitoring</a:t>
            </a:r>
          </a:p>
          <a:p>
            <a:pPr lvl="0"/>
            <a:r>
              <a:rPr lang="en-IN" sz="2400" dirty="0"/>
              <a:t>Automation and reduced manual work</a:t>
            </a:r>
          </a:p>
          <a:p>
            <a:pPr lvl="0"/>
            <a:r>
              <a:rPr lang="en-IN" sz="2400" dirty="0"/>
              <a:t>Efficient use of energy and resources</a:t>
            </a:r>
          </a:p>
          <a:p>
            <a:pPr lvl="0"/>
            <a:r>
              <a:rPr lang="en-IN" sz="2400" dirty="0"/>
              <a:t>Better decision-making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5CD64-6E12-3BA8-F89A-40BDF7D73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76282"/>
            <a:ext cx="4657847" cy="530941"/>
          </a:xfrm>
        </p:spPr>
        <p:txBody>
          <a:bodyPr>
            <a:normAutofit/>
          </a:bodyPr>
          <a:lstStyle/>
          <a:p>
            <a:r>
              <a:rPr lang="en-IN" sz="1600" b="1" dirty="0"/>
              <a:t>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16C64-189A-8EE7-C274-011CDA3E6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82529"/>
            <a:ext cx="4434163" cy="3495607"/>
          </a:xfrm>
        </p:spPr>
        <p:txBody>
          <a:bodyPr/>
          <a:lstStyle/>
          <a:p>
            <a:pPr lvl="0"/>
            <a:r>
              <a:rPr lang="en-IN" sz="2000" dirty="0"/>
              <a:t>Security and privacy risks</a:t>
            </a:r>
          </a:p>
          <a:p>
            <a:pPr lvl="0"/>
            <a:r>
              <a:rPr lang="en-IN" sz="2000" dirty="0"/>
              <a:t>Internet connectivity problems</a:t>
            </a:r>
          </a:p>
          <a:p>
            <a:pPr lvl="0"/>
            <a:r>
              <a:rPr lang="en-IN" sz="2000" dirty="0"/>
              <a:t>Installation and maintenance costs</a:t>
            </a:r>
          </a:p>
          <a:p>
            <a:pPr lvl="0"/>
            <a:r>
              <a:rPr lang="en-IN" sz="2000" dirty="0"/>
              <a:t>Dependence on reliable sensors and devices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03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D862-6A68-6CA3-80C2-DD3A174C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Future of IoT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5B74-C37A-C3F7-06B9-53E1D7FA9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936954"/>
            <a:ext cx="10515600" cy="4174225"/>
          </a:xfrm>
        </p:spPr>
        <p:txBody>
          <a:bodyPr/>
          <a:lstStyle/>
          <a:p>
            <a:pPr lvl="0"/>
            <a:r>
              <a:rPr lang="en-IN" sz="2000" dirty="0"/>
              <a:t>IoT connects devices, sensors, and networks to collect useful data.</a:t>
            </a:r>
          </a:p>
          <a:p>
            <a:pPr lvl="0"/>
            <a:r>
              <a:rPr lang="en-IN" sz="2000" dirty="0"/>
              <a:t>It is used in healthcare, agriculture, industries, smart homes, and cities.</a:t>
            </a:r>
          </a:p>
          <a:p>
            <a:pPr lvl="0"/>
            <a:r>
              <a:rPr lang="en-IN" sz="2000" dirty="0"/>
              <a:t>5G can improve connectivity for IoT applications that need high speed and low latency.</a:t>
            </a:r>
          </a:p>
          <a:p>
            <a:pPr lvl="0"/>
            <a:r>
              <a:rPr lang="en-IN" sz="2000" dirty="0"/>
              <a:t>Security, privacy, and reliable connectivity are important for successful IoT systems.</a:t>
            </a:r>
          </a:p>
          <a:p>
            <a:r>
              <a:rPr lang="en-IN" sz="2000" b="1" dirty="0"/>
              <a:t>Future of IoT:</a:t>
            </a:r>
            <a:r>
              <a:rPr lang="en-IN" sz="2000" dirty="0"/>
              <a:t> IoT combined with AI and 5G can support smarter, more efficient, and more responsive systems.</a:t>
            </a:r>
          </a:p>
          <a:p>
            <a:pPr marL="0" indent="0">
              <a:buNone/>
            </a:pP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93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4B2A-98E2-536C-3F84-F22D8047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878" y="1514169"/>
            <a:ext cx="7688826" cy="2477728"/>
          </a:xfrm>
        </p:spPr>
        <p:txBody>
          <a:bodyPr/>
          <a:lstStyle/>
          <a:p>
            <a:r>
              <a:rPr lang="en-IN" dirty="0"/>
              <a:t>Thank You!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168657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19</TotalTime>
  <Words>423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JasmineUPC</vt:lpstr>
      <vt:lpstr>Raleway</vt:lpstr>
      <vt:lpstr>School Days</vt:lpstr>
      <vt:lpstr>AI Explainer on IoT Networks and 5G </vt:lpstr>
      <vt:lpstr>What is IoT? </vt:lpstr>
      <vt:lpstr>How an IoT Network Works?</vt:lpstr>
      <vt:lpstr>Applications of IoT : </vt:lpstr>
      <vt:lpstr>Connection Between IoT and 5G :</vt:lpstr>
      <vt:lpstr>Advantages and Challenges of IoT :</vt:lpstr>
      <vt:lpstr>Conclusion and Future of IoT :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chandhanaraghu007@outlook.com</dc:creator>
  <cp:lastModifiedBy>chandhanaraghu007@outlook.com</cp:lastModifiedBy>
  <cp:revision>1</cp:revision>
  <dcterms:created xsi:type="dcterms:W3CDTF">2026-10-26T15:01:21Z</dcterms:created>
  <dcterms:modified xsi:type="dcterms:W3CDTF">2026-10-26T15:20:44Z</dcterms:modified>
</cp:coreProperties>
</file>